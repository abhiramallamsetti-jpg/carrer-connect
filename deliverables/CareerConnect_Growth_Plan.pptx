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0" y="45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 /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CareerConnect — Growth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A7"/>
                </a:solidFill>
              </a:rPr>
              <a:t>NxtWave Growth Intern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4023360" cy="4572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C9A7"/>
                </a:solidFill>
              </a:rPr>
              <a:t>🎯  Objective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Plan 500 unique workshop registrations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in 7 days with ≤ ₹2,000 budget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Workshop: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"Build Your First AI Project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  in 60 Minutes"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Organiser: NxtWave (details TBC)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463040"/>
            <a:ext cx="4297680" cy="45720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C9A7"/>
                </a:solidFill>
              </a:rPr>
              <a:t>👥  Target Audience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Final-year engineering students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All branches welcome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2025–2027 graduation cohort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📌  Key Assumptions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• Online workshop (free)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• Date/speaker TBC by organiser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• Organic channels tested first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B0B8C1"/>
                </a:solidFill>
              </a:rPr>
              <a:t>• • No guarantee of real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0936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6B"/>
                </a:solidFill>
              </a:rPr>
              <a:t>⚠️  All targets are proposed — not observed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Growth Channels &amp; Tracking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2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914400"/>
            <a:ext cx="1965960" cy="530352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005840"/>
            <a:ext cx="18287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📱  WhatsApp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508760"/>
            <a:ext cx="1828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Target: 180 reg.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828800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63FF"/>
                </a:solidFill>
              </a:rPr>
              <a:t>Code: WHATSAPP01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21945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College engineering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56032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High reach, trusted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92608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Requires admin permission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53949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6B"/>
                </a:solidFill>
              </a:rPr>
              <a:t>Tracked via referral code in registration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79" y="914400"/>
            <a:ext cx="1965960" cy="530352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005840"/>
            <a:ext cx="18287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💼  LinkedIn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508760"/>
            <a:ext cx="1828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Target: 100 reg.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1828800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63FF"/>
                </a:solidFill>
              </a:rPr>
              <a:t>Code: LINKEDIN01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1945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Professional student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56032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Good for final-year students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92608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Post + engage with comments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53949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6B"/>
                </a:solidFill>
              </a:rPr>
              <a:t>Tracked via referral code in registration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914400"/>
            <a:ext cx="1965960" cy="530352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005840"/>
            <a:ext cx="18287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✈️  Telegram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1508760"/>
            <a:ext cx="1828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Target: 100 reg.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1828800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63FF"/>
                </a:solidFill>
              </a:rPr>
              <a:t>Code: TELEGRAM01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1945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Active tech communities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256032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Fast information sharing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292608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Free to post with permission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3949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6B"/>
                </a:solidFill>
              </a:rPr>
              <a:t>Tracked via referral code in registration 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914400"/>
            <a:ext cx="1965960" cy="530352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59" y="1005840"/>
            <a:ext cx="182879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🏫  Clubs &amp; Referrals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1508760"/>
            <a:ext cx="1828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Target: 120 reg.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1828800"/>
            <a:ext cx="18287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63FF"/>
                </a:solidFill>
              </a:rPr>
              <a:t>Code: CAMPUS01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59" y="219456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Student coordinators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59" y="256032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High-trust personal referrals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59" y="2926080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Volunteer ambassador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539496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6B"/>
                </a:solidFill>
              </a:rPr>
              <a:t>Tracked via referral code in registration 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8C1"/>
                </a:solidFill>
              </a:rPr>
              <a:t>Total proposed: 500 | Overlap buffer: track duplicates via email normalisation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7-Day Plan &amp; ₹2,000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3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5303520" cy="530352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📅  Proposed Schedule (not yet executed)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Build website, DB, referral system, promotional assets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29967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Day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29967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Identify communities, prepare messages, seek admin permission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8833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Day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88336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Begin outreach — permitted WhatsApp &amp; Telegram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4670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Day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346704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Review performance, A/B test messages, optimise channel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00507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Day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05072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Expand to college clubs and student coordinators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634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Day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6634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Activate referral sharing, send permitted reminders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3218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Day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321808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Final push, analyse registrations, prepare 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914400"/>
            <a:ext cx="3291840" cy="530352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52160" y="960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💰  Budget Allocation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1463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Website &amp;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14630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₹0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7373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8C1"/>
                </a:solidFill>
              </a:rPr>
              <a:t>Open-source /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2240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Organic Outreach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2240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₹0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25146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8C1"/>
                </a:solidFill>
              </a:rPr>
              <a:t>Permission-based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Paid Promotion*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₹1,000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329183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8C1"/>
                </a:solidFill>
              </a:rPr>
              <a:t>Only after organic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794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Contingency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794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</a:rPr>
              <a:t>₹1,000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069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8C1"/>
                </a:solidFill>
              </a:rPr>
              <a:t>Buffer for changes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A7"/>
                </a:solidFill>
              </a:rPr>
              <a:t>TOTAL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0C9A7"/>
                </a:solidFill>
              </a:rPr>
              <a:t>₹2,000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846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8C1"/>
                </a:solidFill>
              </a:rPr>
              <a:t>Maximum available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6B6B"/>
                </a:solidFill>
              </a:rPr>
              <a:t>*Paid spend only if organic underperforms — test first, spend later.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CareerConnect — Working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4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60120"/>
            <a:ext cx="2743200" cy="237744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🏠 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CareerConnect brand &amp; tagline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470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Workshop banner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311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Featured 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1518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CTA buttons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960120"/>
            <a:ext cx="2743200" cy="237744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051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📝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4630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7-field validated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8470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Email normalisation &amp; dedup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311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Referral code auto-fill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61518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SQLite persistence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960120"/>
            <a:ext cx="2743200" cy="237744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10515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🔗 Referral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46304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4 default codes (CAMPUS01…)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8470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URL param auto-prefill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22311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Per-code reg counts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615184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Shareable message generator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474720"/>
            <a:ext cx="2743200" cy="237744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566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📊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97763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Live metrics from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361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Plotly charts (channel, trend…)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7457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Password-protected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129783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Proposed vs actual view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3474720"/>
            <a:ext cx="2743200" cy="237744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54680" y="3566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📁 CSV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397763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6 export types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361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Full + analytical (no PII)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54680" y="47457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Channel &amp; referral perf.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5129783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Campaign metrics summary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3474720"/>
            <a:ext cx="2743200" cy="237744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356616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A7"/>
                </a:solidFill>
              </a:rPr>
              <a:t>🤖 Workshop Page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977639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Honest unconfirmed details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436168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FAQ section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74573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Proposed topics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5129783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Register CTA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0C9A7"/>
                </a:solidFill>
              </a:rPr>
              <a:t>Run locally: python -m streamlit run app.py | All 65 automated tests passing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AI Usage &amp; What I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5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914400"/>
            <a:ext cx="5303520" cy="347472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🤖  AI-Assisted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 Database schema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99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AI suggested using UNIQUE COLLATE NOCASE on email → adopted for case-insensitive duplicate prevention.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2. Referral code URL param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786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AI suggested extracting ?ref=CODE from URL and pre-filling the form → implemented; improves user experience.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4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3. Export BOM encoding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44728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AI flagged that CSV exports need utf-8-sig BOM for Excel compatibility → adopted in all export functions.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914400"/>
            <a:ext cx="3291840" cy="347472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960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❌  AI Suggestion Rejected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371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was suggested: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169164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Add an ML-based job recommender that matches student profiles to opportunities using embeddings.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423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Why rejected: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74320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Adds external ML dependencies, outside challenge scope, risks over-engineering a prototype. Simple search/filter achieves the same goal without complexity.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4572000"/>
            <a:ext cx="8778240" cy="1600200"/>
          </a:xfrm>
          <a:prstGeom prst="rect">
            <a:avLst/>
          </a:prstGeom>
          <a:solidFill>
            <a:srgbClr val="1A1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6177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A7"/>
                </a:solidFill>
              </a:rPr>
              <a:t>🔮  With 24 More Hours I Would…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0749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Test registration with 5–10 real students to find UX friction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0749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Improve channel attribution (multi-touch) for overlapping audiences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5321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Add rate limiting and CAPTCHA before any public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53212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1"/>
                </a:solidFill>
              </a:rPr>
              <a:t>• Test A/B message variations on a small WhatsApp pilot group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26364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0B8C1"/>
                </a:solidFill>
              </a:rPr>
              <a:t>All AI decisions documented in deliverables/AI_Learning_Notes.md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